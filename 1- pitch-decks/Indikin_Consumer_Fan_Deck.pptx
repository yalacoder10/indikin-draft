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754880" cy="6803136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54864"/>
            <a:ext cx="182880" cy="6803136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274320" cy="1645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274320"/>
            <a:ext cx="274320" cy="1645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" y="274320"/>
            <a:ext cx="274320" cy="1645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74320"/>
            <a:ext cx="274320" cy="1645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93391" y="274320"/>
            <a:ext cx="274320" cy="1645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23159" y="274320"/>
            <a:ext cx="274320" cy="1645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52927" y="274320"/>
            <a:ext cx="274320" cy="1645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82696" y="274320"/>
            <a:ext cx="274320" cy="1645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12463" y="274320"/>
            <a:ext cx="274320" cy="1645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42231" y="274320"/>
            <a:ext cx="274320" cy="1645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31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INDIKIN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IndiFlix — for fans &amp; film lovers</a:t>
            </a:r>
          </a:p>
        </p:txBody>
      </p:sp>
      <p:sp>
        <p:nvSpPr>
          <p:cNvPr id="18" name="Oval 17"/>
          <p:cNvSpPr/>
          <p:nvPr/>
        </p:nvSpPr>
        <p:spPr>
          <a:xfrm>
            <a:off x="1554480" y="3429000"/>
            <a:ext cx="91440" cy="91440"/>
          </a:xfrm>
          <a:prstGeom prst="ellipse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74519" y="3429000"/>
            <a:ext cx="91440" cy="91440"/>
          </a:xfrm>
          <a:prstGeom prst="ellipse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3429000"/>
            <a:ext cx="91440" cy="91440"/>
          </a:xfrm>
          <a:prstGeom prst="ellipse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14600" y="3429000"/>
            <a:ext cx="91440" cy="91440"/>
          </a:xfrm>
          <a:prstGeom prst="ellipse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34639" y="3429000"/>
            <a:ext cx="91440" cy="91440"/>
          </a:xfrm>
          <a:prstGeom prst="ellipse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9144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WATCH.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874519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SUPPORT.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8346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EA0D68"/>
                </a:solidFill>
              </a:rPr>
              <a:t>EARN.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3840480"/>
            <a:ext cx="6858000" cy="45720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977639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Stream groundbreaking independent films.
Support the creators who make them.
Optionally hold filmmaker tokens to earn rewards as a fan.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257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Subscribe from $4.08/mo. Go deeper when you're ready — tokens are always optional.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www.indikin.online  |  info@indikin.com  |  linktr.ee/indikin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0D68"/>
                </a:solidFill>
              </a:rPr>
              <a:t>THE PROBLEM WITH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You pay every month.
The creators you love see almost nothing.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669280" cy="22128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66928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55648"/>
            <a:ext cx="54864" cy="2148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PLATFORMS TAKE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Netflix, YouTube, and TikTok generate billions. Less than 10% of that reaches the creators making the content you actually watch.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669280" cy="22128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66928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55648"/>
            <a:ext cx="54864" cy="214884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</a:rPr>
              <a:t>YOU HAVE NO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5000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Algorithms decide what you see. Studios decide what gets made. As a fan, you have zero say in the stories that matter to you.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5669280" cy="22128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5669280" cy="640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133088"/>
            <a:ext cx="54864" cy="21488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0"/>
                </a:solidFill>
              </a:rPr>
              <a:t>NO OWNERSHIP, NO REWARDS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2744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You pay subscriptions, watch ads, and make platforms rich — but you own nothing and earn nothing for your loyalty or engagement.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069080"/>
            <a:ext cx="5669280" cy="22128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069080"/>
            <a:ext cx="566928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133088"/>
            <a:ext cx="54864" cy="2148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51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GREAT FILMS GO UNSEEN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2744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Independent films with real stories and real talent are buried by studio marketing budgets. The best content never finds its audience.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Over 90% of creators earn less than minimum wage — while streaming platforms take all the value you generate.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0D68"/>
                </a:solidFill>
              </a:rPr>
              <a:t>INDIFLIX — STREAMING THAT GIVES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streaming platform where
your support reaches the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5303520" cy="498348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303520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64008" cy="4983480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77440" y="1920240"/>
            <a:ext cx="1280160" cy="1280160"/>
          </a:xfrm>
          <a:prstGeom prst="ellipse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0D68"/>
                </a:solidFill>
              </a:rPr>
              <a:t>STREAM INDIE FILMS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53 films &amp; series. No studios. No gatekeepers.
Just filmmakers telling their own stories — directly to you.
Ad-free. Available worldwide. New content added constantly by Indikin's growing community of 16+ verified filmmakers.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645920"/>
            <a:ext cx="5852160" cy="15361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645920"/>
            <a:ext cx="585216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709928"/>
            <a:ext cx="54864" cy="147218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</a:rPr>
              <a:t>PAY PER VIEW OR SUBSCRIBE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6771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Watch individual films or subscribe for unlimited access. Every payment goes direct to the treasury and back to creators.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319272"/>
            <a:ext cx="5852160" cy="15361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3319272"/>
            <a:ext cx="5852160" cy="640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383279"/>
            <a:ext cx="54864" cy="1472184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50215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A0"/>
                </a:solidFill>
              </a:rPr>
              <a:t>MULTILINGUAL &amp; GLOBAL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941063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Films available in 50+ languages via AI subtitling. Discover stories from filmmakers around the world.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992624"/>
            <a:ext cx="5852160" cy="153619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4992624"/>
            <a:ext cx="585216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5056632"/>
            <a:ext cx="54864" cy="147218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1755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NO MIDDLEMEN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614416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Smart contracts route revenue directly to filmmakers. When you stream, the creator gets paid. Simple. Transparent. On-chain.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0D68"/>
                </a:solidFill>
              </a:rPr>
              <a:t>OPTIONAL: GO DEEPER AS A TOKEN 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Want to go deeper?
Optionally hold tokens and earn from streams.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136391" y="2834640"/>
            <a:ext cx="73152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63824" y="2807208"/>
            <a:ext cx="36576" cy="10972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1256" y="2839212"/>
            <a:ext cx="36576" cy="8686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18688" y="2871216"/>
            <a:ext cx="36576" cy="6400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2903220"/>
            <a:ext cx="36576" cy="4114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828800"/>
            <a:ext cx="2743200" cy="452628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828800"/>
            <a:ext cx="274320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3312" y="2057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971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</a:rP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749039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Find a filmmaker you love on IndiFlix. Watch their films. Follow their story.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834640"/>
            <a:ext cx="73152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62472" y="2807208"/>
            <a:ext cx="36576" cy="10972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2839212"/>
            <a:ext cx="36576" cy="8686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2871216"/>
            <a:ext cx="36576" cy="6400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2903220"/>
            <a:ext cx="36576" cy="4114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1828800"/>
            <a:ext cx="2743200" cy="452628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828800"/>
            <a:ext cx="274320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51960" y="2057400"/>
            <a:ext cx="731520" cy="73152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971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800"/>
                </a:solidFill>
              </a:rPr>
              <a:t>HOLD A
TOKEN (OPT.)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749039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Optionally buy a filmmaker token — it's like owning a small piece of their creative journey. Totally optional, always accessible.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33688" y="2834640"/>
            <a:ext cx="73152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2807208"/>
            <a:ext cx="36576" cy="10972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88552" y="2839212"/>
            <a:ext cx="36576" cy="8686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15984" y="2871216"/>
            <a:ext cx="36576" cy="6400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3416" y="2903220"/>
            <a:ext cx="36576" cy="4114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1828800"/>
            <a:ext cx="2743200" cy="452628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1828800"/>
            <a:ext cx="2743200" cy="640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50608" y="2057400"/>
            <a:ext cx="731520" cy="731520"/>
          </a:xfrm>
          <a:prstGeom prst="ellipse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971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A0"/>
                </a:solidFill>
              </a:rPr>
              <a:t>EARN FROM
STREAMS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749039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If you hold their token, you earn a share of streaming revenue automatically, on-chain. No action needed once you're holding.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3416" y="1828800"/>
            <a:ext cx="2743200" cy="452628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3416" y="1828800"/>
            <a:ext cx="27432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49256" y="205740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2971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GROW
TOGETHER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6296" y="3749039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As the filmmaker grows their audience, token holders benefit too. But you can enjoy IndiFlix without ever holding a token.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446520"/>
            <a:ext cx="11457432" cy="25603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Tokens are always optional. You can watch and support Indikin filmmakers without ever buying a token.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0D68"/>
                </a:solidFill>
              </a:rPr>
              <a:t>YOUR ROLE IN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As a fan, you're part of the ecosystem —
not just a subscriber.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65760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55648"/>
            <a:ext cx="54864" cy="203911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92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EARLY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Get private pre-screening releases from creators you follow before anyone else sees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691640"/>
            <a:ext cx="365760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691640"/>
            <a:ext cx="365760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755648"/>
            <a:ext cx="54864" cy="203911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800"/>
                </a:solidFill>
              </a:rPr>
              <a:t>VOTE ON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774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Token holders (optional) can participate in community decisions — vote on what films get made next. Subscribers also get a voice.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6" y="1691640"/>
            <a:ext cx="365760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6" y="1691640"/>
            <a:ext cx="3657600" cy="640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6" y="1755648"/>
            <a:ext cx="54864" cy="2039112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1892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</a:rPr>
              <a:t>MERCH &amp; EXCLUSIVES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3774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Access early merch drops, behind-the-scenes content, and exclusive extras from your favourite creators.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95928"/>
            <a:ext cx="365760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95928"/>
            <a:ext cx="36576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059936"/>
            <a:ext cx="54864" cy="20391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970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EARN STREAMING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8172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Optionally hold filmmaker tokens to earn a share of streaming revenues. The more you hold, the more you earn — but it's never required.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3995928"/>
            <a:ext cx="365760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3995928"/>
            <a:ext cx="3657600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15968" y="4059936"/>
            <a:ext cx="54864" cy="2039112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41970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0D68"/>
                </a:solidFill>
              </a:rPr>
              <a:t>COMMUNITY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68172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Join private community spaces around your favourite filmmakers. Connect with the creators and other fans.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6" y="3995928"/>
            <a:ext cx="365760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66176" y="3995928"/>
            <a:ext cx="3657600" cy="64008"/>
          </a:xfrm>
          <a:prstGeom prst="rect">
            <a:avLst/>
          </a:prstGeom>
          <a:solidFill>
            <a:srgbClr val="36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6176" y="4059936"/>
            <a:ext cx="54864" cy="2039112"/>
          </a:xfrm>
          <a:prstGeom prst="rect">
            <a:avLst/>
          </a:prstGeom>
          <a:solidFill>
            <a:srgbClr val="36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0496" y="41970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8CFF"/>
                </a:solidFill>
              </a:rPr>
              <a:t>GLOBAL DISCOVERY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468172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Find independent films from around the world, available in your language, without studio filters or algorithms.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0D68"/>
                </a:solidFill>
              </a:rPr>
              <a:t>YOUR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Choose your plan. Go deeper when you're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697480" cy="51663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$4.08/mo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15768"/>
            <a:ext cx="64008" cy="6400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6060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Unlimited ad-free access to Indikin Originals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30168"/>
            <a:ext cx="64008" cy="6400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5204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Private pre-screening releases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44568"/>
            <a:ext cx="64008" cy="6400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4348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Priority access to creator updates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1417320"/>
            <a:ext cx="2697480" cy="51663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1417320"/>
            <a:ext cx="269748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75887" y="1161288"/>
            <a:ext cx="1783080" cy="25603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★ MOST 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15819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800"/>
                </a:solidFill>
              </a:rPr>
              <a:t>GO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011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$8.25/mo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01568" y="2715768"/>
            <a:ext cx="64008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6060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Everything in Starter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01568" y="3630168"/>
            <a:ext cx="64008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2736" y="35204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Optional: hold filmmaker tokens &amp; earn streaming 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4544568"/>
            <a:ext cx="64008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2736" y="44348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Early access to merch from creators you love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5458968"/>
            <a:ext cx="64008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53492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Bonus content from your favourite filmmakers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1417320"/>
            <a:ext cx="2697480" cy="51663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17336" y="1417320"/>
            <a:ext cx="2697480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6" y="15819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0D68"/>
                </a:solidFill>
              </a:rPr>
              <a:t>PRO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2011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$12.41/mo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0216" y="2715768"/>
            <a:ext cx="64008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1383" y="26060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Everything in Go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216" y="3630168"/>
            <a:ext cx="64008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1383" y="35204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Priority rewards from creators you support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216" y="4544568"/>
            <a:ext cx="64008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3" y="44348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Vote on what films get funded next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0216" y="5458968"/>
            <a:ext cx="64008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1383" y="53492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Direct access to Indikin community spaces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15984" y="1417320"/>
            <a:ext cx="2697480" cy="51663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15984" y="1417320"/>
            <a:ext cx="2697480" cy="64008"/>
          </a:xfrm>
          <a:prstGeom prst="rect">
            <a:avLst/>
          </a:prstGeom>
          <a:solidFill>
            <a:srgbClr val="8B0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53144" y="15819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STAR 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3144" y="2011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$20.75/mo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98863" y="2715768"/>
            <a:ext cx="64008" cy="64008"/>
          </a:xfrm>
          <a:prstGeom prst="rect">
            <a:avLst/>
          </a:prstGeom>
          <a:solidFill>
            <a:srgbClr val="8B0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26060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Everything in PRO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98863" y="3630168"/>
            <a:ext cx="64008" cy="64008"/>
          </a:xfrm>
          <a:prstGeom prst="rect">
            <a:avLst/>
          </a:prstGeom>
          <a:solidFill>
            <a:srgbClr val="8B0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0032" y="35204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Priority rewards from all creators you hold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98863" y="4544568"/>
            <a:ext cx="64008" cy="64008"/>
          </a:xfrm>
          <a:prstGeom prst="rect">
            <a:avLst/>
          </a:prstGeom>
          <a:solidFill>
            <a:srgbClr val="8B0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00032" y="44348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Earliest access to new filmmaker drops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98863" y="5458968"/>
            <a:ext cx="64008" cy="64008"/>
          </a:xfrm>
          <a:prstGeom prst="rect">
            <a:avLst/>
          </a:prstGeom>
          <a:solidFill>
            <a:srgbClr val="8B0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00032" y="5349240"/>
            <a:ext cx="2148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Direct Indikin team community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0D68"/>
                </a:solidFill>
              </a:rPr>
              <a:t>REAL FILMS. REAL COMMUNITY.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Already live. Already earning.
Come see what you've been missing.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2103120" cy="19202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2103120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A0D68"/>
                </a:solidFill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7249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Films &amp; Series
On IndiFlix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691640"/>
            <a:ext cx="2103120" cy="19202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691640"/>
            <a:ext cx="210312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87451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800"/>
                </a:solidFill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249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Verified
Filmmakers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79" y="1691640"/>
            <a:ext cx="2103120" cy="19202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79" y="1691640"/>
            <a:ext cx="2103120" cy="640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87451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A0"/>
                </a:solidFill>
              </a:rPr>
              <a:t>222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7249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Registered
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199" y="1691640"/>
            <a:ext cx="2103120" cy="19202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199" y="1691640"/>
            <a:ext cx="210312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187451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A78BFA"/>
                </a:solidFill>
              </a:rPr>
              <a:t>$33K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7249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In the
Production Fund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19" y="1691640"/>
            <a:ext cx="2103120" cy="19202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46919" y="1691640"/>
            <a:ext cx="210312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87451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6B"/>
                </a:solidFill>
              </a:rPr>
              <a:t>810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59" y="27249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Token
Holders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77639"/>
            <a:ext cx="11457432" cy="173736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77639"/>
            <a:ext cx="73152" cy="1737360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6908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"By streaming on Indikin, you're not just a viewer — you're supporting the future of the creator economy.
No middlemen, no studios, just pure storytelling. And if you choose to hold filmmaker tokens, you can earn from every stream — though it's always optional."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3017520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6015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Ready to watch, support
and earn?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73552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Subscribe from $4.08/mo at indikin.online — no crypto experience needed.
Watch indie films and support creators you love.
Optionally hold a filmmaker token to start earning from their streams.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462272"/>
            <a:ext cx="3017520" cy="17373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4462272"/>
            <a:ext cx="3017520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4663440"/>
            <a:ext cx="548640" cy="548640"/>
          </a:xfrm>
          <a:prstGeom prst="ellipse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681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WATCH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5074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0D68"/>
                </a:solidFill>
              </a:rPr>
              <a:t>indikin.online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394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Start from $4.08/mo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4462272"/>
            <a:ext cx="3017520" cy="17373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4462272"/>
            <a:ext cx="3017520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4663440"/>
            <a:ext cx="548640" cy="548640"/>
          </a:xfrm>
          <a:prstGeom prst="ellipse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681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EXPLORE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5074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0D68"/>
                </a:solidFill>
              </a:rPr>
              <a:t>indikin.online/tokens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5394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Optional — earn from streams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4462272"/>
            <a:ext cx="3017520" cy="17373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4462272"/>
            <a:ext cx="3017520" cy="64008"/>
          </a:xfrm>
          <a:prstGeom prst="rect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19" y="4663440"/>
            <a:ext cx="548640" cy="548640"/>
          </a:xfrm>
          <a:prstGeom prst="ellipse">
            <a:avLst/>
          </a:prstGeom>
          <a:solidFill>
            <a:srgbClr val="EA0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681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JOIN COMMUNITY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074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0D68"/>
                </a:solidFill>
              </a:rPr>
              <a:t>linktr.ee/indikin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394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Socials, Discord &amp; more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www.indikin.online  |  info@indikin.com  |  linktr.ee/indikin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